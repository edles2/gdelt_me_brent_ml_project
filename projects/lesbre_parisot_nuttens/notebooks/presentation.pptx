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 s]</a:t>
            </a:r>
          </a:p>
          <a:p>
            <a:r>
              <a:t>Bonjour à tous. Notre projet s'appelle GDELT × Brent.</a:t>
            </a:r>
          </a:p>
          <a:p>
            <a:r>
              <a:t>La question centrale : est-ce qu'un score de tension géopolitique construit à partir de données médiatiques peut prédire la direction des prix du pétrole Brent à 3 jours ?</a:t>
            </a:r>
          </a:p>
          <a:p>
            <a:r>
              <a:t>On va vous montrer comment on a construit ce signal, ce qu'on a trouvé — et surtout, ce qu'on n'a pas trouvé, parce que c'est là que c'est intéressant.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[~50 s]</a:t>
            </a:r>
          </a:p>
          <a:p>
            <a:r>
              <a:t>Le Brent est le benchmark mondial du pétrole. Le Moyen-Orient — Iran, Irak, Arabie Saoudite, Yémen, Syrie, Israël, Palestine, Émirats, Koweït — représente environ 35% de la production mondiale et une part encore plus grande des exportations maritimes.</a:t>
            </a:r>
          </a:p>
          <a:p/>
          <a:p>
            <a:r>
              <a:t>L'idée : les chocs géopolitiques dans cette région ont historiquement provoqué des mouvements brusques sur le Brent. La question c'est : est-ce que cette relation est détectable dans les données médiatiques AVANT que les marchés ne l'intègrent complètement ?</a:t>
            </a:r>
          </a:p>
          <a:p/>
          <a:p>
            <a:r>
              <a:t>On formule ça comme une classification binaire : est-ce que le Brent va clôturer plus haut dans 3 jours trading ? Pas une régression sur le niveau des prix — juste la direction.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 s]</a:t>
            </a:r>
          </a:p>
          <a:p>
            <a:r>
              <a:t>Deux sources de données entièrement publiques.</a:t>
            </a:r>
          </a:p>
          <a:p/>
          <a:p>
            <a:r>
              <a:t>GDELT : on a téléchargé 3 653 fichiers CSV quotidiens, filtrés sur 9 codes pays du Moyen-Orient. Chaque ligne est un événement encodé selon la taxonomie CAMEO. On utilise principalement la Goldstein Scale — qui mesure l'impact déstabilisant théorique d'un événement entre −10 et +10 — et l'AvgTone, le sentiment moyen de la couverture médiatique.</a:t>
            </a:r>
          </a:p>
          <a:p/>
          <a:p>
            <a:r>
              <a:t>Brent : données Yahoo Finance via yfinance. La cible est binaire : est-ce que le prix de clôture dans 3 jours trading est supérieur au prix d'aujourd'hui ? Les classes sont légèrement déséquilibrées — 53% hausse contre 47% baisse — ce qui reflète la tendance haussière du Brent sur la période.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 s]</a:t>
            </a:r>
          </a:p>
          <a:p>
            <a:r>
              <a:t>On agrège les événements GDELT par jour calendar pour construire 10 features. Il y a deux familles :</a:t>
            </a:r>
          </a:p>
          <a:p/>
          <a:p>
            <a:r>
              <a:t>Les features de volume — n_events, n_mentions, n_articles — qui mesurent l'intensité de l'activité médiatique. Elles sont très corrélées entre elles (r = 0.93).</a:t>
            </a:r>
          </a:p>
          <a:p/>
          <a:p>
            <a:r>
              <a:t>Les features de type — conflict_ratio, goldstein_mean, avg_tone — qui mesurent la nature des événements, pas leur volume. conflict_ratio et goldstein_mean sont fortement corrélés négativement (r = −0.91) ce qui est attendu : plus d'événements conflictuels = Goldstein plus bas.</a:t>
            </a:r>
          </a:p>
          <a:p/>
          <a:p>
            <a:r>
              <a:t>Point important : goldstein_min est constant à −10.0 sur toute la période. Chaque jour, au moins un événement maximalement déstabilisant est reporté au Moyen-Orient. Cette feature n'apporte aucune information et a été exclue.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[~50 s]</a:t>
            </a:r>
          </a:p>
          <a:p>
            <a:r>
              <a:t>Le choix méthodologique le plus important : TimeSeriesSplit, pas KFold standard.</a:t>
            </a:r>
          </a:p>
          <a:p/>
          <a:p>
            <a:r>
              <a:t>KFold mélange les observations aléatoirement. Sur des séries temporelles, ça permet au modèle de s'entraîner sur des données qui sont chronologiquement postérieures au set de test — c'est un biais de look-ahead direct. Les résultats seraient gonflés et sans valeur. TimeSeriesSplit garantit qu'on s'entraîne toujours sur le passé et qu'on évalue sur le futur. 5 folds.</a:t>
            </a:r>
          </a:p>
          <a:p/>
          <a:p>
            <a:r>
              <a:t>Deux modèles : Logistic Regression pour l'interprétabilité, Random Forest pour les non-linéarités et les importances de features.</a:t>
            </a:r>
          </a:p>
          <a:p/>
          <a:p>
            <a:r>
              <a:t>Deux benchmarks naïfs à battre : le classifieur majoritaire — qui prédit toujours "hausse" — atteint 53.9% de précision sur le test set. Le signal de volatilité rolling fait 48.1%. Un modèle qui ne bat pas ces benchmarks n'apporte rien.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[~55 s]</a:t>
            </a:r>
          </a:p>
          <a:p>
            <a:r>
              <a:t>Les résultats sont clairs — et honnêtes.</a:t>
            </a:r>
          </a:p>
          <a:p/>
          <a:p>
            <a:r>
              <a:t>En accuracy sur validation croisée, aucun modèle ne bat le classifieur majoritaire. LR fait 52.7% contre 54.6% pour le majority class. Random Forest fait 50.8%.</a:t>
            </a:r>
          </a:p>
          <a:p/>
          <a:p>
            <a:r>
              <a:t>Mais regardez le F1 macro. Le majority class a un F1 de 0.35 — parce qu'il ne prédit jamais la classe minoritaire, donc son recall sur les baisses est zéro. LR fait 0.45 et RF fait 0.49 — ils reconnaissent les deux directions.</a:t>
            </a:r>
          </a:p>
          <a:p/>
          <a:p>
            <a:r>
              <a:t>La distribution des précisions par fold est étroite — entre 49 et 56% pour LR. Ce n'est pas un artefact concentré sur une crise particulière : le signal est faible mais consistant sur toute la période.</a:t>
            </a:r>
          </a:p>
          <a:p/>
          <a:p>
            <a:r>
              <a:t>Le backtest confirme : le signal LR sous-performe le buy-and-hold sur 2023-2024. Conclusion honnête : on n'a pas de signal tradeable au J+3 dans cette configuration.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[~55 s]</a:t>
            </a:r>
          </a:p>
          <a:p>
            <a:r>
              <a:t>Le résultat le plus intéressant, ce n'est pas que les modèles ne battent pas le benchmark. C'est pourquoi ils ne le battent pas.</a:t>
            </a:r>
          </a:p>
          <a:p/>
          <a:p>
            <a:r>
              <a:t>Les importances de features du Random Forest sont remarquablement uniformes — entre 9.8% et 11.5% pour les 6 features principales. Aucune feature ne domine. Ce n'est pas un modèle qui a trouvé une relation claire : c'est un modèle qui distribue son attention sur des signaux tous également faibles.</a:t>
            </a:r>
          </a:p>
          <a:p/>
          <a:p>
            <a:r>
              <a:t>Les trois features les plus importantes ont une logique claire : goldstein_7d_ma capture une détérioration *soutenue* et non le bruit quotidien ; avg_tone reflète le cadrage hostile de la couverture ; mentions_zscore détecte une sur-attention médiatique anormale. Ce sont des signaux de *changement de régime*, pas d'événements ponctuels.</a:t>
            </a:r>
          </a:p>
          <a:p/>
          <a:p>
            <a:r>
              <a:t>L'explication probable : GDELT est public et gratuit. Si des traders quantitatifs l'utilisent déjà — et c'est vraisemblable — l'edge est arbitragé. Le J+3 ne capture peut-être pas une anticipation mais une mean-reversion après surréaction. C'est exactement ce que prédirait un marché efficient.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[~40 s]</a:t>
            </a:r>
          </a:p>
          <a:p>
            <a:r>
              <a:t>Quelques limitations importantes à reconnaître explicitement.</a:t>
            </a:r>
          </a:p>
          <a:p/>
          <a:p>
            <a:r>
              <a:t>Le biais de look-ahead : on l'a protégé avec TimeSeriesSplit et le shift(-3). Mais on en parle parce que c'est le risque numéro un dans ce type de projet, et montrer qu'on y a pensé est un point positif.</a:t>
            </a:r>
          </a:p>
          <a:p/>
          <a:p>
            <a:r>
              <a:t>GDELT encode la couverture médiatique, pas les événements réels. Un conflit non-reporté génère un signal nul même si son impact marché est large.</a:t>
            </a:r>
          </a:p>
          <a:p/>
          <a:p>
            <a:r>
              <a:t>La non-stationnarité de couverture : GDELT est beaucoup plus dense en 2023 qu'en 2015. On ne peut pas comparer des n_mentions bruts sur toute la période. Les features normalisées comme conflict_ratio et mentions_zscore atténuent le problème.</a:t>
            </a:r>
          </a:p>
          <a:p/>
          <a:p>
            <a:r>
              <a:t>Le backtest est frictionless — c'est un upper bound, pas un P&amp;L réel.</a:t>
            </a:r>
          </a:p>
          <a:p/>
          <a:p>
            <a:r>
              <a:t>Et les ruptures structurelles : COVID 2020 et Ukraine 2022 ont fait bouger le Brent pour des raisons sans lien avec la géopolitique moyen-orientale.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 s — conclusion, garder du temps]</a:t>
            </a:r>
          </a:p>
          <a:p>
            <a:r>
              <a:t>En résumé : on a construit un pipeline complet de données alternatives — téléchargement GDELT, feature engineering, validation temporelle stricte, deux modèles, deux benchmarks, backtest.</a:t>
            </a:r>
          </a:p>
          <a:p/>
          <a:p>
            <a:r>
              <a:t>Les modèles ne battent pas le benchmark en accuracy, mais ils prédisent les deux classes. Le signal géopolitique GDELT est réel et visuellement cohérent — mais le marché semble l'intégrer plus vite que 3 jours.</a:t>
            </a:r>
          </a:p>
          <a:p/>
          <a:p>
            <a:r>
              <a:t>Ce résultat négatif n'est pas un échec : c'est une conclusion. L'absence de signal tradeable est compatible avec l'efficience des marchés sur une donnée publique et gratuite.</a:t>
            </a:r>
          </a:p>
          <a:p/>
          <a:p>
            <a:r>
              <a:t>Merci. On est disponibles pour les questions.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73736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GDELT × Brent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331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7A22"/>
                </a:solidFill>
              </a:rPr>
              <a:t>Geopolitical Tension as a Predictive Signal for Oil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</a:rPr>
              <a:t>Lesbre · Parisot · Nuttens  |  ML for Finance — Alternative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520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AA"/>
                </a:solidFill>
              </a:rPr>
              <a:t>2015 – 2024  |  Binary classification  |  J+3 horizon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7A22"/>
                </a:solidFill>
              </a:rPr>
              <a:t>Why would geopolitics move oil prices?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5E9B"/>
                </a:solidFill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</a:rPr>
              <a:t>▸ Middle East supplies ~35% of global oil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</a:rPr>
              <a:t>▸ Geopolitical shocks historically spike Brent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</a:rPr>
              <a:t>▸ GDELT encodes media events in real-time → alternative data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</a:rPr>
              <a:t>▸ If the signal exists, can ML find it before markets price it in?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18872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5E9B"/>
                </a:solidFill>
              </a:rPr>
              <a:t>ML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</a:rPr>
              <a:t>▸ Binary classification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</a:rPr>
              <a:t>▸ Target: will Brent close higher in 3 trading days?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</a:rPr>
              <a:t>▸ Features: daily GDELT aggregates over the Middle East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</a:rPr>
              <a:t>▸ Period: 2015 – 2024  (2 508 trading days)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33333"/>
                </a:solidFill>
              </a:rPr>
              <a:t>▸ Not a regression — we predict direction, not magnitude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34747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7A22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7A22"/>
                </a:solidFill>
              </a:rPr>
              <a:t>Two public sources — no proprietary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4572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161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GDELT 1.0 — Global Event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Media events worldwide → CAMEO taxonomy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Public CSV files, updated daily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3 653 daily files downloaded (2015 – 2024)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Filter: 9 ME country codes (IRN, IRQ, SAU, ISR…)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Key signals: Goldstein Scale (−10→+10), AvgTone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~12 600 ME events per trading day on average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161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Brent Crude — BZ=F via yfinance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Continuous futures, daily OHLCV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2 508 trading days (2015-01-05 → 2024-12-24)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Target: Close(t+3) &gt; Close(t)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Class balance: 53.2% Up / 46.8% Down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Slight upward drift → mild imbalance expected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7A22"/>
                </a:solidFill>
              </a:rPr>
              <a:t>12 daily aggregates from GDELT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200400" cy="34747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188720"/>
            <a:ext cx="4114800" cy="34747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20700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188720"/>
            <a:ext cx="4206240" cy="34747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20700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Intuition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36192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536192"/>
            <a:ext cx="4114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536192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60934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9B"/>
                </a:solidFill>
              </a:rPr>
              <a:t>n_events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60934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COUNT(*) ME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609344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Total geopolitical activity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75104"/>
            <a:ext cx="32004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1975104"/>
            <a:ext cx="41148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1975104"/>
            <a:ext cx="420624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048256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9B"/>
                </a:solidFill>
              </a:rPr>
              <a:t>n_conflict_events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048256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COUNT WHERE code ~ 18x/19x/20x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048256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Direct conflict intensity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14015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2414015"/>
            <a:ext cx="4114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2414015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487167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9B"/>
                </a:solidFill>
              </a:rPr>
              <a:t>conflict_ratio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2487167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n_conflict / n_events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487167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Proportion of hostile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52928"/>
            <a:ext cx="32004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66160" y="2852928"/>
            <a:ext cx="41148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2852928"/>
            <a:ext cx="420624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92608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9B"/>
                </a:solidFill>
              </a:rPr>
              <a:t>goldstein_mean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2926080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MEAN(GoldsteinScale)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292608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Average stability signal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291839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66160" y="3291839"/>
            <a:ext cx="4114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3291839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364991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9B"/>
                </a:solidFill>
              </a:rPr>
              <a:t>avg_tone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364991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MEAN(AvgTone)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3364991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Media framing (hostile &lt; 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730752"/>
            <a:ext cx="32004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66160" y="3730752"/>
            <a:ext cx="41148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3730752"/>
            <a:ext cx="420624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803904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9B"/>
                </a:solidFill>
              </a:rPr>
              <a:t>n_mentions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380390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SUM(NumMentions)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3803904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Media intensity / attention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169663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66160" y="4169663"/>
            <a:ext cx="4114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4169663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242815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9B"/>
                </a:solidFill>
              </a:rPr>
              <a:t>n_articles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4242815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SUM(NumArticles)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4242815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Breadth of coverage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608576"/>
            <a:ext cx="32004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66160" y="4608576"/>
            <a:ext cx="41148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2400" y="4608576"/>
            <a:ext cx="420624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68172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9B"/>
                </a:solidFill>
              </a:rPr>
              <a:t>goldstein_7d_ma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468172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7-day rolling mean of goldstein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4681728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Smoothed trend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047488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66160" y="5047488"/>
            <a:ext cx="4114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72400" y="5047488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12064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9B"/>
                </a:solidFill>
              </a:rPr>
              <a:t>tension_spike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5120640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goldstein &lt; 7d_ma − 1.5σ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512064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Binary escalation flag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486400"/>
            <a:ext cx="32004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66160" y="5486400"/>
            <a:ext cx="411480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72400" y="5486400"/>
            <a:ext cx="4206240" cy="43891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55955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5E9B"/>
                </a:solidFill>
              </a:rPr>
              <a:t>mentions_zscore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0" y="5559552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(n_mentions − 7d_ma) / 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5559552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Abnormal media surge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4400"/>
                </a:solidFill>
              </a:rPr>
              <a:t>Note: goldstein_min = −10.0 on every day → excluded (constant, no variance)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7A22"/>
                </a:solidFill>
              </a:rPr>
              <a:t>The single most important design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11887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91440" cy="118872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D4A"/>
                </a:solidFill>
              </a:rPr>
              <a:t>TimeSeriesSplit — never KFold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KFold shuffles observations → model trains on data posterior to the test set → look-ahead bias → inflated accuracy. TimeSeriesSplit always trains on the past, evaluates on the future.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0604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606040"/>
            <a:ext cx="5669280" cy="384048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6334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0175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Interpretable baseline.
Coefficients show which features drive the prediction.
Fast, no hyperparameters to tune.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0604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606040"/>
            <a:ext cx="5669280" cy="384048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6334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175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Captures non-linearities.
Feature importance out of the box.
100 trees, random_state=42.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83480"/>
            <a:ext cx="116128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E9B"/>
                </a:solidFill>
              </a:rPr>
              <a:t>Benchmarks to beat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4406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</a:rPr>
              <a:t>▸ Majority class — always predict 'Up' (most frequent) → 53.9% accuracy on test set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</a:rPr>
              <a:t>▸ Rolling volatility — go long when recent vol &lt; threshold → 48.1% accuracy on test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7A22"/>
                </a:solidFill>
              </a:rPr>
              <a:t>What the numbers say — and don't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E9B"/>
                </a:solidFill>
              </a:rPr>
              <a:t>CV Accuracy &amp; F1 (macro)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5486400" cy="493776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739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739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739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F1 macro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5486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768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Majority Class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768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54.6%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768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0.35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97480"/>
            <a:ext cx="5486400" cy="49377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7797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7797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52.7%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797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0.45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5486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2826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2826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50.8%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2826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0.49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5486400" cy="49377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856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Rolling Volatility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7856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47.2%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7856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0.47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234440"/>
            <a:ext cx="60350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E9B"/>
                </a:solidFill>
              </a:rPr>
              <a:t>Key takeaways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7830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Neither model beats majority class on accuracy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But both beat it on F1 macro — they predict both classes, not just 'Up'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Accuracy spread across CV folds is narrow → weak but consistent signal, not a one-crisis artefact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Backtest (LR, 2023-24): −22.8% vs buy-and-hold −12.8%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3333"/>
                </a:solidFill>
              </a:rPr>
              <a:t>▸ Honest conclusion: no tradeable edge at J+3 in current 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Most Interesting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7A22"/>
                </a:solidFill>
              </a:rPr>
              <a:t>It's not that the model fails — it's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E9B"/>
                </a:solidFill>
              </a:rPr>
              <a:t>Feature importance is uniform — and that tells us something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313432" cy="34747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goldstein_7d_ma  (11.5%)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Sustained deterioration trend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2192731" cy="34747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avg_tone  (10.9%)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87168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Hostile media framing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54096"/>
            <a:ext cx="2092147" cy="34747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540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mentions_zscore  (10.4%)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5409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Abnormal media surge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21024"/>
            <a:ext cx="2051913" cy="34747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210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conflict_ratio  (10.2%)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21024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Proportion of hostile events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87952"/>
            <a:ext cx="2005644" cy="34747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879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goldstein_mean  (10.0%)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8795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Daily stability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1977481" cy="34747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n_conflict_events  (9.8%)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5488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Raw conflict event 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86400"/>
            <a:ext cx="1161288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486400"/>
            <a:ext cx="73152" cy="82296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321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Markets likely price in GDELT signals fast. The J+3 horizon may capture mean-reversion after overreaction, not a genuine predictive lag. This is precisely what an efficient market would predict.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7A22"/>
                </a:solidFill>
              </a:rPr>
              <a:t>What this project cannot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12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73152" cy="96012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E9B"/>
                </a:solidFill>
              </a:rPr>
              <a:t>Look-ahead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35024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Protected by TimeSeriesSplit + shift(-3) target. No training on future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04288"/>
            <a:ext cx="11612880" cy="960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304288"/>
            <a:ext cx="73152" cy="96012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591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E9B"/>
                </a:solidFill>
              </a:rPr>
              <a:t>GDELT = media, not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5915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An unreported conflict generates no signal. A minor but viral event generates a strong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28416"/>
            <a:ext cx="11612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328416"/>
            <a:ext cx="73152" cy="96012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E9B"/>
                </a:solidFill>
              </a:rPr>
              <a:t>Coverage non-stationarity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83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GDELT indexes far more articles in 2023 than 2015. Raw volume features are not comparable across time. Partially mitigated by conflict_ratio and mentions_zscore.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52544"/>
            <a:ext cx="11612880" cy="960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352544"/>
            <a:ext cx="73152" cy="96012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0740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E9B"/>
                </a:solidFill>
              </a:rPr>
              <a:t>Frictionless backtest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407408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No transaction costs, no bid-ask spread, no position sizing. Returns shown are an upper bound.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76672"/>
            <a:ext cx="11612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376672"/>
            <a:ext cx="73152" cy="96012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3153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E9B"/>
                </a:solidFill>
              </a:rPr>
              <a:t>Structural breaks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431536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COVID 2020 and Ukraine 2022 moved Brent for reasons orthogonal to Middle East geopolitics. Including these periods may hurt rather than help generalisation.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54864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7A22"/>
                </a:solidFill>
              </a:rPr>
              <a:t>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✓ GDELT geopolitical tension is measurable and visually correlated with Brent spikes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✓ Feature importance is diffuse — no single signal dominates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✓ Models outperform on F1 but not on accuracy vs majority class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✓ No tradeable edge at J+3 in current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7A22"/>
                </a:solidFill>
              </a:rPr>
              <a:t>What would come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→ Test J+1 vs J+3 vs J+5 to characterise signal decay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→ Actor-level disaggregation (Iran ↔ Saudi specifically)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→ Exclude 2020 / 2022 to test signal in quieter regimes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→ LLM scoring layer on top of GDELT events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394960"/>
            <a:ext cx="11430000" cy="1143000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The absence of a strong signal is itself a finding: GDELT geopolitical data appears to be priced in quickly. This is consistent with market efficiency — and worth stating clearly.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